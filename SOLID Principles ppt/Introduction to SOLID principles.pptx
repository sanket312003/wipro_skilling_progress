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-1164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DB7F869-6698-45FC-BBC2-90E465852E9F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1AC1199-6D31-4156-A5C8-22BB96FE7C08}" type="slidenum">
              <a:rPr lang="en-IN" smtClean="0"/>
              <a:t>‹#›</a:t>
            </a:fld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DB7F869-6698-45FC-BBC2-90E465852E9F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1AC1199-6D31-4156-A5C8-22BB96FE7C0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DB7F869-6698-45FC-BBC2-90E465852E9F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1AC1199-6D31-4156-A5C8-22BB96FE7C08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DB7F869-6698-45FC-BBC2-90E465852E9F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1AC1199-6D31-4156-A5C8-22BB96FE7C0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DB7F869-6698-45FC-BBC2-90E465852E9F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1AC1199-6D31-4156-A5C8-22BB96FE7C0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DB7F869-6698-45FC-BBC2-90E465852E9F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1AC1199-6D31-4156-A5C8-22BB96FE7C0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DB7F869-6698-45FC-BBC2-90E465852E9F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1AC1199-6D31-4156-A5C8-22BB96FE7C08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DB7F869-6698-45FC-BBC2-90E465852E9F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1AC1199-6D31-4156-A5C8-22BB96FE7C0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DB7F869-6698-45FC-BBC2-90E465852E9F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1AC1199-6D31-4156-A5C8-22BB96FE7C08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DB7F869-6698-45FC-BBC2-90E465852E9F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1AC1199-6D31-4156-A5C8-22BB96FE7C0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DB7F869-6698-45FC-BBC2-90E465852E9F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1AC1199-6D31-4156-A5C8-22BB96FE7C0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BDB7F869-6698-45FC-BBC2-90E465852E9F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A1AC1199-6D31-4156-A5C8-22BB96FE7C08}" type="slidenum">
              <a:rPr lang="en-IN" smtClean="0"/>
              <a:t>‹#›</a:t>
            </a:fld>
            <a:endParaRPr lang="en-IN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640" y="476672"/>
            <a:ext cx="6768480" cy="415057"/>
          </a:xfrm>
        </p:spPr>
        <p:txBody>
          <a:bodyPr/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Introduction to SOLID principles.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5616" y="1196752"/>
            <a:ext cx="7704856" cy="5184576"/>
          </a:xfrm>
        </p:spPr>
        <p:txBody>
          <a:bodyPr>
            <a:normAutofit lnSpcReduction="10000"/>
          </a:bodyPr>
          <a:lstStyle/>
          <a:p>
            <a:endParaRPr lang="en-US" sz="1200" dirty="0" smtClean="0"/>
          </a:p>
          <a:p>
            <a:r>
              <a:rPr lang="en-US" sz="1200" dirty="0" smtClean="0"/>
              <a:t>SOLID principles </a:t>
            </a:r>
            <a:r>
              <a:rPr lang="en-US" sz="1200" dirty="0"/>
              <a:t>are 5 simple rules that help developers write clean</a:t>
            </a:r>
            <a:r>
              <a:rPr lang="en-US" sz="1200" dirty="0" smtClean="0"/>
              <a:t>, </a:t>
            </a:r>
            <a:r>
              <a:rPr lang="en-US" sz="1200" dirty="0"/>
              <a:t>and flexible code that doesn’t break easily when we make </a:t>
            </a:r>
            <a:r>
              <a:rPr lang="en-US" sz="1200" dirty="0" smtClean="0"/>
              <a:t>changes.</a:t>
            </a:r>
          </a:p>
          <a:p>
            <a:r>
              <a:rPr lang="en-US" sz="1200" dirty="0" smtClean="0"/>
              <a:t>SOLID principles were designed to make the job of developers easier.  </a:t>
            </a:r>
            <a:r>
              <a:rPr lang="en-US" sz="1200" dirty="0"/>
              <a:t>As it </a:t>
            </a:r>
            <a:r>
              <a:rPr lang="en-US" sz="1200" dirty="0" smtClean="0"/>
              <a:t>helps </a:t>
            </a:r>
            <a:r>
              <a:rPr lang="en-US" sz="1200" dirty="0"/>
              <a:t>reduce tight coupling, increase code reusability, and make systems scalable and maintainable</a:t>
            </a:r>
            <a:r>
              <a:rPr lang="en-US" sz="1200" dirty="0" smtClean="0"/>
              <a:t>.</a:t>
            </a:r>
          </a:p>
          <a:p>
            <a:endParaRPr lang="en-US" sz="1200" dirty="0" smtClean="0"/>
          </a:p>
          <a:p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Lets Understand it  better</a:t>
            </a:r>
            <a:r>
              <a:rPr lang="en-US" sz="1200" dirty="0" smtClean="0"/>
              <a:t>.</a:t>
            </a:r>
          </a:p>
          <a:p>
            <a:endParaRPr lang="en-US" sz="1200" dirty="0" smtClean="0"/>
          </a:p>
          <a:p>
            <a:r>
              <a:rPr lang="en-US" sz="1200" dirty="0" smtClean="0"/>
              <a:t>Before , </a:t>
            </a:r>
            <a:r>
              <a:rPr lang="en-US" sz="1200" dirty="0"/>
              <a:t>developers used </a:t>
            </a:r>
            <a:r>
              <a:rPr lang="en-US" sz="1200" dirty="0" smtClean="0"/>
              <a:t>to write huge code which included huge classes, tight coupling , complex if-else conditions and small change could crash entire program.</a:t>
            </a:r>
          </a:p>
          <a:p>
            <a:r>
              <a:rPr lang="en-US" sz="1200" dirty="0" smtClean="0"/>
              <a:t>So, as the requirement increased over the time, new features get added </a:t>
            </a:r>
            <a:r>
              <a:rPr lang="en-US" sz="1200" dirty="0" err="1" smtClean="0"/>
              <a:t>consistantly</a:t>
            </a:r>
            <a:r>
              <a:rPr lang="en-US" sz="1200" dirty="0" smtClean="0"/>
              <a:t>, the headcount of developers working on technology increased over the time. </a:t>
            </a:r>
          </a:p>
          <a:p>
            <a:r>
              <a:rPr lang="en-US" sz="1200" dirty="0" smtClean="0"/>
              <a:t>This created the problems like hard to read and understand code. Difficult to scale, test and maintain the code.</a:t>
            </a:r>
          </a:p>
          <a:p>
            <a:endParaRPr lang="en-US" sz="1200" dirty="0" smtClean="0"/>
          </a:p>
          <a:p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Purpose of SOLID Principles.</a:t>
            </a:r>
          </a:p>
          <a:p>
            <a:endParaRPr lang="en-US" sz="1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b="1" dirty="0" smtClean="0"/>
              <a:t>1. </a:t>
            </a:r>
            <a:r>
              <a:rPr lang="en-US" sz="1200" b="1" dirty="0"/>
              <a:t>Reduce Tight </a:t>
            </a:r>
            <a:r>
              <a:rPr lang="en-US" sz="1200" b="1" dirty="0" smtClean="0"/>
              <a:t>Coupling </a:t>
            </a:r>
            <a:r>
              <a:rPr lang="en-US" sz="1200" dirty="0" smtClean="0"/>
              <a:t>Classes </a:t>
            </a:r>
            <a:r>
              <a:rPr lang="en-US" sz="1200" dirty="0"/>
              <a:t>should not depend heavily on each other</a:t>
            </a:r>
          </a:p>
          <a:p>
            <a:r>
              <a:rPr lang="en-US" sz="1200" b="1" dirty="0"/>
              <a:t>2. Increase </a:t>
            </a:r>
            <a:r>
              <a:rPr lang="en-US" sz="1200" b="1" dirty="0" smtClean="0"/>
              <a:t>Maintainability </a:t>
            </a:r>
            <a:r>
              <a:rPr lang="en-US" sz="1200" dirty="0" smtClean="0"/>
              <a:t>Easy </a:t>
            </a:r>
            <a:r>
              <a:rPr lang="en-US" sz="1200" dirty="0"/>
              <a:t>to modify without breaking existing code</a:t>
            </a:r>
          </a:p>
          <a:p>
            <a:r>
              <a:rPr lang="en-US" sz="1200" b="1" dirty="0"/>
              <a:t>3. Improve </a:t>
            </a:r>
            <a:r>
              <a:rPr lang="en-US" sz="1200" b="1" dirty="0" smtClean="0"/>
              <a:t>Scalability </a:t>
            </a:r>
            <a:r>
              <a:rPr lang="en-US" sz="1200" dirty="0" smtClean="0"/>
              <a:t>Easy </a:t>
            </a:r>
            <a:r>
              <a:rPr lang="en-US" sz="1200" dirty="0"/>
              <a:t>to add new features</a:t>
            </a:r>
          </a:p>
          <a:p>
            <a:r>
              <a:rPr lang="en-US" sz="1200" b="1" dirty="0"/>
              <a:t>4. Improve </a:t>
            </a:r>
            <a:r>
              <a:rPr lang="en-US" sz="1200" b="1" dirty="0" smtClean="0"/>
              <a:t>Testability </a:t>
            </a:r>
            <a:r>
              <a:rPr lang="en-US" sz="1200" dirty="0" smtClean="0"/>
              <a:t>Easier </a:t>
            </a:r>
            <a:r>
              <a:rPr lang="en-US" sz="1200" dirty="0"/>
              <a:t>to write unit tests</a:t>
            </a:r>
          </a:p>
          <a:p>
            <a:r>
              <a:rPr lang="en-US" sz="1200" b="1" dirty="0"/>
              <a:t>5. Make Code </a:t>
            </a:r>
            <a:r>
              <a:rPr lang="en-US" sz="1200" b="1" dirty="0" smtClean="0"/>
              <a:t>Understandable </a:t>
            </a:r>
            <a:r>
              <a:rPr lang="en-US" sz="1200" dirty="0" smtClean="0"/>
              <a:t> </a:t>
            </a:r>
            <a:r>
              <a:rPr lang="en-US" sz="1200" dirty="0"/>
              <a:t>Any developer can read &amp; extend it</a:t>
            </a:r>
          </a:p>
          <a:p>
            <a:endParaRPr lang="en-US" sz="14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604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648" y="260648"/>
            <a:ext cx="7498080" cy="792088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Types of Solid Principles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3648" y="1124744"/>
            <a:ext cx="7530040" cy="5123656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The  SOLID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principles are a set of five design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rules.</a:t>
            </a:r>
          </a:p>
          <a:p>
            <a:endParaRPr lang="en-US" sz="1200" dirty="0"/>
          </a:p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 - Single Responsibility Principle (SRP)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 class should have only one job or reason to change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O - Open-Closed Principle (OCP)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Code should be open for extension but closed for modification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 -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Liskov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Substitution Principle (LSP)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Subclasses should be able to replace their parent classes without breaking the app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I - Interface Segregation Principle (ISP)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Don't force a class to implement methods it doesn't need; use multiple small interfaces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 - Dependency Inversion Principle (DIP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Depend on abstractions (interfaces) rather than concrete tools or low-level classes.</a:t>
            </a:r>
          </a:p>
          <a:p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081658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Liskov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 Substitution Principle (LSP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It was named after Barbara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Liskov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a pioneering American computer scientist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82296" indent="0">
              <a:buNone/>
            </a:pP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Liskov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Substitution Principle (LSP) means that a child class must be able to replace its parent class without breaking the program or causing unexpected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behavior. In simple words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A "child" must be able to do everything the "parent" promised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82296" indent="0">
              <a:buNone/>
            </a:pP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How is it useful?</a:t>
            </a:r>
          </a:p>
          <a:p>
            <a:pPr marL="82296" indent="0">
              <a:buNone/>
            </a:pP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It prevents "unexpected behavior" where a subclass changes how a system works in ways the developer didn't anticipate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Without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LSP, you end up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writing complex code logic using multiple if () {}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else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{ } statements.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400" dirty="0">
                <a:latin typeface="Times New Roman" pitchFamily="18" charset="0"/>
                <a:cs typeface="Times New Roman" pitchFamily="18" charset="0"/>
              </a:rPr>
            </a:b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This makes code hard to read and maintain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stops developers from forcing inheritance just because two things are "kind of" related.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88336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922114"/>
          </a:xfrm>
        </p:spPr>
        <p:txBody>
          <a:bodyPr>
            <a:normAutofit/>
          </a:bodyPr>
          <a:lstStyle/>
          <a:p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Liskov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 Substitution Principle (LSP).</a:t>
            </a: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1800" b="1" dirty="0" smtClean="0"/>
              <a:t>Let’s Understand it with </a:t>
            </a:r>
            <a:r>
              <a:rPr lang="en-US" sz="1800" b="1" dirty="0" smtClean="0"/>
              <a:t>example.</a:t>
            </a:r>
          </a:p>
          <a:p>
            <a:pPr marL="82296" indent="0">
              <a:buNone/>
            </a:pPr>
            <a:endParaRPr lang="en-US" sz="1800" b="1" dirty="0"/>
          </a:p>
          <a:p>
            <a:r>
              <a:rPr lang="en-US" sz="1400" dirty="0" smtClean="0"/>
              <a:t>In the Bird category all the bird species are included. They have some different qualities than each other sometimes. </a:t>
            </a:r>
          </a:p>
          <a:p>
            <a:endParaRPr lang="en-US" sz="1400" dirty="0"/>
          </a:p>
          <a:p>
            <a:r>
              <a:rPr lang="en-US" sz="1400" dirty="0" smtClean="0"/>
              <a:t>Lets make two classes 1. Class Bird and 2.Class Ostrich</a:t>
            </a:r>
            <a:r>
              <a:rPr lang="en-US" sz="1400" dirty="0"/>
              <a:t>. Now here the bird class says that birds can fly. </a:t>
            </a:r>
            <a:r>
              <a:rPr lang="en-US" sz="1400" dirty="0" smtClean="0"/>
              <a:t> If we use inheritance such that Class Ostrich inherits from Class Bird.</a:t>
            </a:r>
          </a:p>
          <a:p>
            <a:endParaRPr lang="en-US" sz="1400" dirty="0" smtClean="0"/>
          </a:p>
          <a:p>
            <a:r>
              <a:rPr lang="en-US" sz="1400" dirty="0" smtClean="0"/>
              <a:t>Ostrich belongs to the bird category but it cannot fly. This </a:t>
            </a:r>
            <a:r>
              <a:rPr lang="en-US" sz="1400" dirty="0" smtClean="0"/>
              <a:t> violets the LSP principle.</a:t>
            </a:r>
          </a:p>
          <a:p>
            <a:endParaRPr lang="en-US" sz="1400" dirty="0" smtClean="0"/>
          </a:p>
          <a:p>
            <a:r>
              <a:rPr lang="en-US" sz="1400" dirty="0" smtClean="0"/>
              <a:t>This is solved by using interface. Now adding fly in the Bird class will be wrong. So we make interface and add a quality Fly for the birds who fly.</a:t>
            </a:r>
          </a:p>
          <a:p>
            <a:endParaRPr lang="en-US" sz="1400" dirty="0" smtClean="0"/>
          </a:p>
          <a:p>
            <a:r>
              <a:rPr lang="en-US" sz="1400" dirty="0" smtClean="0"/>
              <a:t>Now </a:t>
            </a:r>
            <a:r>
              <a:rPr lang="en-US" sz="1400" dirty="0" smtClean="0"/>
              <a:t>Only </a:t>
            </a:r>
            <a:r>
              <a:rPr lang="en-US" sz="1400" dirty="0"/>
              <a:t>birds that </a:t>
            </a:r>
            <a:r>
              <a:rPr lang="en-US" sz="1400" dirty="0" smtClean="0"/>
              <a:t>can </a:t>
            </a:r>
            <a:r>
              <a:rPr lang="en-US" sz="1400" dirty="0"/>
              <a:t>fly will use Fly </a:t>
            </a:r>
            <a:r>
              <a:rPr lang="en-US" sz="1400" dirty="0" smtClean="0"/>
              <a:t>feature from Interface.</a:t>
            </a:r>
          </a:p>
          <a:p>
            <a:endParaRPr lang="en-US" sz="1400" dirty="0" smtClean="0"/>
          </a:p>
          <a:p>
            <a:r>
              <a:rPr lang="en-US" sz="1400" dirty="0" smtClean="0"/>
              <a:t>Conclusion: The birds which cannot fly but still belong to the bird category will not be forced to have a quality of flying.  </a:t>
            </a: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231229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Simple Demonstration.</a:t>
            </a:r>
            <a:endParaRPr lang="en-IN" sz="2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276872"/>
            <a:ext cx="3456384" cy="3513217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2276872"/>
            <a:ext cx="3724531" cy="352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560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Output.</a:t>
            </a:r>
            <a:endParaRPr lang="en-IN" sz="2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700808"/>
            <a:ext cx="7499350" cy="2849600"/>
          </a:xfrm>
        </p:spPr>
      </p:pic>
    </p:spTree>
    <p:extLst>
      <p:ext uri="{BB962C8B-B14F-4D97-AF65-F5344CB8AC3E}">
        <p14:creationId xmlns:p14="http://schemas.microsoft.com/office/powerpoint/2010/main" val="37830707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154</TotalTime>
  <Words>498</Words>
  <Application>Microsoft Office PowerPoint</Application>
  <PresentationFormat>On-screen Show (4:3)</PresentationFormat>
  <Paragraphs>58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Solstice</vt:lpstr>
      <vt:lpstr>Introduction to SOLID principles.</vt:lpstr>
      <vt:lpstr>Types of Solid Principles</vt:lpstr>
      <vt:lpstr>Liskov Substitution Principle (LSP).</vt:lpstr>
      <vt:lpstr>Liskov Substitution Principle (LSP).</vt:lpstr>
      <vt:lpstr>Simple Demonstration.</vt:lpstr>
      <vt:lpstr>Output.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Design principles</dc:title>
  <dc:creator>Suchita</dc:creator>
  <cp:lastModifiedBy>Suchita</cp:lastModifiedBy>
  <cp:revision>13</cp:revision>
  <dcterms:created xsi:type="dcterms:W3CDTF">2026-04-30T19:49:52Z</dcterms:created>
  <dcterms:modified xsi:type="dcterms:W3CDTF">2026-05-01T13:46:35Z</dcterms:modified>
</cp:coreProperties>
</file>